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70" r:id="rId4"/>
    <p:sldId id="258" r:id="rId5"/>
    <p:sldId id="259" r:id="rId6"/>
    <p:sldId id="260" r:id="rId7"/>
    <p:sldId id="267" r:id="rId8"/>
    <p:sldId id="266" r:id="rId9"/>
    <p:sldId id="268" r:id="rId10"/>
    <p:sldId id="269" r:id="rId11"/>
    <p:sldId id="263" r:id="rId12"/>
    <p:sldId id="264" r:id="rId13"/>
    <p:sldId id="265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0" d="100"/>
          <a:sy n="150" d="100"/>
        </p:scale>
        <p:origin x="2094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E0EF34-4B09-4F27-A36A-143650C07580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1E8007-A6ED-4911-AFA5-7081A89190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9395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1E8007-A6ED-4911-AFA5-7081A891903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1950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Research Proposal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>
                <a:solidFill>
                  <a:schemeClr val="tx1"/>
                </a:solidFill>
              </a:rPr>
              <a:t>Spiking </a:t>
            </a:r>
            <a:r>
              <a:rPr dirty="0" err="1">
                <a:solidFill>
                  <a:schemeClr val="tx1"/>
                </a:solidFill>
              </a:rPr>
              <a:t>ConvNeXt</a:t>
            </a:r>
            <a:r>
              <a:rPr dirty="0">
                <a:solidFill>
                  <a:schemeClr val="tx1"/>
                </a:solidFill>
              </a:rPr>
              <a:t> U-Net for Kvasir-SEG Polyp Segmentation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ConvNeXt</a:t>
            </a:r>
            <a:r>
              <a:rPr dirty="0"/>
              <a:t> is a modern CNN architecture inspired by Vision Transformers.</a:t>
            </a:r>
          </a:p>
          <a:p>
            <a:r>
              <a:rPr dirty="0"/>
              <a:t>Spiking Neural Networks (SNNs) can reduce energy consumption.</a:t>
            </a:r>
          </a:p>
          <a:p>
            <a:r>
              <a:rPr dirty="0"/>
              <a:t>Goal: investigate a spiking version for medical image segmentation.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27FD26-48C6-3BFE-F79B-F268069E40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1445EAA-442F-6A32-CD1E-EA8C1345FE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0"/>
            <a:ext cx="9144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55680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3581400" cy="1143000"/>
          </a:xfrm>
        </p:spPr>
        <p:txBody>
          <a:bodyPr>
            <a:normAutofit/>
          </a:bodyPr>
          <a:lstStyle/>
          <a:p>
            <a:r>
              <a:rPr sz="2400" dirty="0"/>
              <a:t>Proposed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2286000"/>
            <a:ext cx="4038600" cy="4525963"/>
          </a:xfrm>
        </p:spPr>
        <p:txBody>
          <a:bodyPr>
            <a:normAutofit/>
          </a:bodyPr>
          <a:lstStyle/>
          <a:p>
            <a:r>
              <a:rPr sz="1800" dirty="0"/>
              <a:t>U-Net architecture</a:t>
            </a:r>
          </a:p>
          <a:p>
            <a:r>
              <a:rPr sz="1800" dirty="0"/>
              <a:t>Encoder: </a:t>
            </a:r>
            <a:r>
              <a:rPr sz="1800" dirty="0" err="1"/>
              <a:t>ConvNeXt</a:t>
            </a:r>
            <a:r>
              <a:rPr sz="1800" dirty="0"/>
              <a:t>-Tiny (~27M params)</a:t>
            </a:r>
          </a:p>
          <a:p>
            <a:r>
              <a:rPr sz="1800" dirty="0"/>
              <a:t>Decoder: </a:t>
            </a:r>
            <a:r>
              <a:rPr sz="1800" dirty="0" err="1"/>
              <a:t>ConvNeXt</a:t>
            </a:r>
            <a:r>
              <a:rPr sz="1800" dirty="0"/>
              <a:t>-Tiny-style blocks (~27M params)</a:t>
            </a:r>
          </a:p>
          <a:p>
            <a:r>
              <a:rPr sz="1800" dirty="0"/>
              <a:t>Estimated total: ~55M parameters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E1805F-DA32-A1BB-5754-D041AE3726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8100" y="0"/>
            <a:ext cx="533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Kvasir-SEG</a:t>
            </a:r>
          </a:p>
          <a:p>
            <a:r>
              <a:rPr dirty="0"/>
              <a:t>1000 annotated polyp images</a:t>
            </a:r>
          </a:p>
          <a:p>
            <a:r>
              <a:rPr dirty="0"/>
              <a:t>Binary segmentation task</a:t>
            </a:r>
          </a:p>
          <a:p>
            <a:r>
              <a:rPr dirty="0"/>
              <a:t>High variability in size, shape, illumination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Dataset Examples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7F588701-C896-0FD7-9E09-9F2B8FBAC5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5801" y="2057401"/>
            <a:ext cx="3433546" cy="29146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6C63394-9ABC-CE9A-2684-ABBD2661D4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0270" y="2057401"/>
            <a:ext cx="3433546" cy="29146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Comparison with Proposed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Proposed Spiking </a:t>
            </a:r>
            <a:r>
              <a:rPr dirty="0" err="1"/>
              <a:t>ConvNeXt</a:t>
            </a:r>
            <a:r>
              <a:rPr dirty="0"/>
              <a:t> U-Net:</a:t>
            </a:r>
          </a:p>
          <a:p>
            <a:r>
              <a:rPr dirty="0"/>
              <a:t>• </a:t>
            </a:r>
            <a:r>
              <a:rPr dirty="0" err="1"/>
              <a:t>ConvNeXt</a:t>
            </a:r>
            <a:r>
              <a:rPr dirty="0"/>
              <a:t>-Tiny Encoder ≈ 27M</a:t>
            </a:r>
          </a:p>
          <a:p>
            <a:r>
              <a:rPr dirty="0"/>
              <a:t>• </a:t>
            </a:r>
            <a:r>
              <a:rPr dirty="0" err="1"/>
              <a:t>ConvNeXt</a:t>
            </a:r>
            <a:r>
              <a:rPr dirty="0"/>
              <a:t>-based Decoder ≈ 27M</a:t>
            </a:r>
          </a:p>
          <a:p>
            <a:r>
              <a:rPr dirty="0"/>
              <a:t>• Total ≈ 55M parameters</a:t>
            </a:r>
          </a:p>
          <a:p>
            <a:endParaRPr dirty="0"/>
          </a:p>
          <a:p>
            <a:r>
              <a:rPr dirty="0"/>
              <a:t>Comparable to recent SOTA model sizes.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State-of-the-Art ANN Models on Kvasir-SEG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Representative high-performing models:</a:t>
            </a:r>
          </a:p>
          <a:p>
            <a:r>
              <a:rPr dirty="0"/>
              <a:t>• </a:t>
            </a:r>
            <a:r>
              <a:rPr dirty="0" err="1"/>
              <a:t>PraNet</a:t>
            </a:r>
            <a:r>
              <a:rPr dirty="0"/>
              <a:t> (~30.5M params)</a:t>
            </a:r>
          </a:p>
          <a:p>
            <a:r>
              <a:rPr dirty="0"/>
              <a:t>• Polyp-PVT (~25.1M params)</a:t>
            </a:r>
          </a:p>
          <a:p>
            <a:r>
              <a:rPr dirty="0"/>
              <a:t>• </a:t>
            </a:r>
            <a:r>
              <a:rPr dirty="0" err="1"/>
              <a:t>FCBFormer</a:t>
            </a:r>
            <a:r>
              <a:rPr dirty="0"/>
              <a:t> (~52.9M params)</a:t>
            </a:r>
          </a:p>
          <a:p>
            <a:r>
              <a:rPr dirty="0"/>
              <a:t>• CTHP (~47.1M params)</a:t>
            </a:r>
          </a:p>
          <a:p>
            <a:r>
              <a:rPr dirty="0"/>
              <a:t>• </a:t>
            </a:r>
            <a:r>
              <a:rPr dirty="0" err="1"/>
              <a:t>SSFormer</a:t>
            </a:r>
            <a:r>
              <a:rPr dirty="0"/>
              <a:t>-L (~66M params)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Risk: Dataset Size vs Model Size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Kvasir-SEG contains only 1000 images.</a:t>
            </a:r>
          </a:p>
          <a:p>
            <a:r>
              <a:rPr dirty="0"/>
              <a:t>A 55M-parameter model may overfit if trained from scratch.</a:t>
            </a:r>
          </a:p>
          <a:p>
            <a:endParaRPr dirty="0"/>
          </a:p>
          <a:p>
            <a:r>
              <a:rPr dirty="0"/>
              <a:t>Key question:</a:t>
            </a:r>
          </a:p>
          <a:p>
            <a:r>
              <a:rPr dirty="0"/>
              <a:t>Can a large spiking model generalize well on a small medical dataset?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Recommended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• Heavy data augmentation</a:t>
            </a:r>
          </a:p>
          <a:p>
            <a:r>
              <a:rPr dirty="0"/>
              <a:t>• Regularization and early stopping</a:t>
            </a:r>
          </a:p>
          <a:p>
            <a:r>
              <a:rPr dirty="0"/>
              <a:t>• Consider lightweight decoder (3–10M params)</a:t>
            </a:r>
          </a:p>
          <a:p>
            <a:r>
              <a:rPr dirty="0"/>
              <a:t>• Compare ANN and SNN versions fairly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Experiments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Baseline </a:t>
            </a:r>
            <a:r>
              <a:rPr dirty="0" err="1"/>
              <a:t>ConvNeXt</a:t>
            </a:r>
            <a:r>
              <a:rPr dirty="0"/>
              <a:t> U-Net</a:t>
            </a:r>
          </a:p>
          <a:p>
            <a:r>
              <a:rPr dirty="0"/>
              <a:t>Spiking </a:t>
            </a:r>
            <a:r>
              <a:rPr dirty="0" err="1"/>
              <a:t>ConvNeXt</a:t>
            </a:r>
            <a:r>
              <a:rPr dirty="0"/>
              <a:t> U-Net</a:t>
            </a:r>
          </a:p>
          <a:p>
            <a:r>
              <a:rPr dirty="0"/>
              <a:t>Metrics: Dice, </a:t>
            </a:r>
            <a:r>
              <a:rPr dirty="0" err="1"/>
              <a:t>IoU</a:t>
            </a:r>
            <a:r>
              <a:rPr dirty="0"/>
              <a:t>, Precision, Recall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sz="2800" dirty="0">
                <a:solidFill>
                  <a:srgbClr val="FF0000"/>
                </a:solidFill>
              </a:rPr>
              <a:t>Test acc of Kvasir-Seg on </a:t>
            </a:r>
            <a:r>
              <a:rPr lang="en-US" sz="2800" dirty="0" err="1">
                <a:solidFill>
                  <a:srgbClr val="FF0000"/>
                </a:solidFill>
              </a:rPr>
              <a:t>Unet</a:t>
            </a:r>
            <a:r>
              <a:rPr lang="en-US" sz="2800" dirty="0">
                <a:solidFill>
                  <a:srgbClr val="FF0000"/>
                </a:solidFill>
              </a:rPr>
              <a:t>-like </a:t>
            </a:r>
            <a:r>
              <a:rPr lang="en-US" sz="2800" dirty="0" err="1">
                <a:solidFill>
                  <a:srgbClr val="FF0000"/>
                </a:solidFill>
              </a:rPr>
              <a:t>vgg</a:t>
            </a:r>
            <a:r>
              <a:rPr lang="en-US" sz="2800" dirty="0">
                <a:solidFill>
                  <a:srgbClr val="FF0000"/>
                </a:solidFill>
              </a:rPr>
              <a:t> 70% (ANN)</a:t>
            </a:r>
          </a:p>
          <a:p>
            <a:pPr marL="0" indent="0">
              <a:buNone/>
            </a:pPr>
            <a:endParaRPr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Contributions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Evaluate SNNs for medical segmentation.</a:t>
            </a:r>
          </a:p>
          <a:p>
            <a:r>
              <a:rPr dirty="0"/>
              <a:t>Analyze parameter-efficiency trade-offs.</a:t>
            </a:r>
          </a:p>
          <a:p>
            <a:r>
              <a:rPr dirty="0"/>
              <a:t>Compare ANN vs SNN segmentation.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 is promising but dataset size is a major challenge.</a:t>
            </a:r>
          </a:p>
          <a:p>
            <a:r>
              <a:t>Architecture and training strategy should address overfitting.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290</Words>
  <Application>Microsoft Office PowerPoint</Application>
  <PresentationFormat>On-screen Show (4:3)</PresentationFormat>
  <Paragraphs>57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Arial</vt:lpstr>
      <vt:lpstr>Calibri</vt:lpstr>
      <vt:lpstr>Office Theme</vt:lpstr>
      <vt:lpstr>Research Proposal</vt:lpstr>
      <vt:lpstr>Background</vt:lpstr>
      <vt:lpstr>PowerPoint Presentation</vt:lpstr>
      <vt:lpstr>Proposed Architecture</vt:lpstr>
      <vt:lpstr>Dataset</vt:lpstr>
      <vt:lpstr>Dataset Examples</vt:lpstr>
      <vt:lpstr>Comparison with Proposed Model</vt:lpstr>
      <vt:lpstr>State-of-the-Art ANN Models on Kvasir-SEG</vt:lpstr>
      <vt:lpstr>Research Risk: Dataset Size vs Model Size</vt:lpstr>
      <vt:lpstr>Recommended Strategy</vt:lpstr>
      <vt:lpstr>Experiments</vt:lpstr>
      <vt:lpstr>Expected Contributions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Seyyed Hossein Jafari</cp:lastModifiedBy>
  <cp:revision>7</cp:revision>
  <dcterms:created xsi:type="dcterms:W3CDTF">2013-01-27T09:14:16Z</dcterms:created>
  <dcterms:modified xsi:type="dcterms:W3CDTF">2026-06-06T10:02:33Z</dcterms:modified>
  <cp:category/>
</cp:coreProperties>
</file>